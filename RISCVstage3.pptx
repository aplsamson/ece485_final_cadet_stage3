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5867FF-49DB-4DC0-967A-A19776D02C5E}" v="4" dt="2026-03-10T16:48:05.9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91" d="100"/>
          <a:sy n="91" d="100"/>
        </p:scale>
        <p:origin x="4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10T16:48:05.976" v="8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10T16:48:05.976" v="8"/>
        <pc:sldMkLst>
          <pc:docMk/>
          <pc:sldMk cId="1501170907" sldId="256"/>
        </pc:sldMkLst>
        <pc:spChg chg="mod">
          <ac:chgData name="York, George W CIV USAF USAFA DF/DFEC" userId="1fb5875a-4594-4db2-80fb-f0db3de11280" providerId="ADAL" clId="{09330963-85FD-4C99-A81B-94D0EE5CFFEB}" dt="2026-03-05T22:46:17.762" v="4" actId="20577"/>
          <ac:spMkLst>
            <pc:docMk/>
            <pc:sldMk cId="1501170907" sldId="256"/>
            <ac:spMk id="4" creationId="{FB55267A-D19E-887C-DE49-0FCC56FF700B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4" creationId="{7C5CCBD1-0844-480F-8141-9A9CAA44FF50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7" creationId="{BE8947B1-691B-936E-60AD-9FDFE4A4EA75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9" creationId="{62908768-78CB-6AA2-9F8F-560147BBA50C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80" creationId="{55A3E227-0BF3-A73B-3BC7-43B3ED0C951A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84" creationId="{D1142331-E346-04E4-CE7D-40DA0254B7E8}"/>
          </ac:spMkLst>
        </pc:spChg>
        <pc:spChg chg="add del mod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105" creationId="{8150CAF1-DAFF-41B1-37D9-3AA58EDF71DA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6" creationId="{802EBAD3-1207-E175-F4E6-F1CAAFD5CB84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7" creationId="{B1546BBC-B812-DED8-4B26-9FABE47BC3AA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9" creationId="{A81CABDD-6671-8136-C507-5421CBF47C22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10" creationId="{F182B11B-81F0-C7FD-76B3-7C27A04FAE43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0" creationId="{42D03EFD-C681-4EA9-84D6-2D58957476C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1" creationId="{130DB228-30F1-3EAB-8348-ADF6B84F522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3" creationId="{28B52DA0-5124-B1DD-6399-E77E9F27E33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4" creationId="{A1848007-5C57-2514-E0D9-E9FAA0E1581E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6" creationId="{8EE68CD5-3828-66D3-CF69-264F08A0AC0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74" creationId="{7519AAD8-ECD9-BCFB-E19F-03D8220E44C3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6" creationId="{4DF51EAB-8861-0396-BAA6-9479806818EB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7" creationId="{02F76C24-B5A2-EF6E-0213-72D63A9FAEFB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4" creationId="{18102C07-F7E1-1AF1-477B-00B68F177F07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5" creationId="{00A05C49-A5A2-CC74-BAEB-00CF47323BC9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6" creationId="{B178740B-BE6B-31B0-B4FD-0ED1D3EABF36}"/>
          </ac:spMkLst>
        </pc:spChg>
        <pc:grpChg chg="del">
          <ac:chgData name="York, George W CIV USAF USAFA DF/DFEC" userId="1fb5875a-4594-4db2-80fb-f0db3de11280" providerId="ADAL" clId="{09330963-85FD-4C99-A81B-94D0EE5CFFEB}" dt="2026-03-10T16:47:43.899" v="5" actId="478"/>
          <ac:grpSpMkLst>
            <pc:docMk/>
            <pc:sldMk cId="1501170907" sldId="256"/>
            <ac:grpSpMk id="61" creationId="{16FC76F5-1B0B-DFD2-2DFE-467D7246D31F}"/>
          </ac:grpSpMkLst>
        </pc:gr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31" creationId="{7985B0F1-5D5A-96E1-0D14-965720B89EB9}"/>
          </ac:grpSpMkLst>
        </pc:gr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44" creationId="{668D9262-FD4F-8437-B65A-FF28CF8998C5}"/>
          </ac:grpSpMkLst>
        </pc:grp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17" creationId="{D24E488E-A173-AFA0-3F6A-78FF8CC6952B}"/>
          </ac:cxnSpMkLst>
        </pc:cxn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26" creationId="{EFC7A41C-61ED-49E4-BA0B-27EC82F62902}"/>
          </ac:cxnSpMkLst>
        </pc:cxn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28" creationId="{EE79F449-2B1D-87A9-9E7B-9DD8C11C7B9B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08" creationId="{55D04E53-F0F2-CC32-832F-AD990A0BD8D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0" creationId="{1883FA79-CBE1-81F9-475F-742DC442633A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1" creationId="{D53ADBF7-10DC-5789-46E9-813992762F1C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3" creationId="{61CB085F-EFA5-81F0-171A-B0F01423DFC7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5" creationId="{EC42D385-1455-5F7D-5DE9-63C32D5B7E54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8" creationId="{2FF7584B-44F4-AC4F-1A2B-A5EEAC3183AF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89" creationId="{4F79E217-E351-6707-29A8-684823FCD841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90" creationId="{88E60B1A-8F9F-F801-EE6D-5051B5DDD7F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7D1B8B85-7F90-6201-21E9-F6ABDFF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612" y="3237305"/>
            <a:ext cx="503999" cy="2676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3. RISC-V 5-cycle Pipeline Architecture</a:t>
            </a:r>
          </a:p>
          <a:p>
            <a:pPr algn="ctr"/>
            <a:r>
              <a:rPr lang="en-US" sz="1200" b="1" dirty="0"/>
              <a:t>NOPs to prevent hazards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934567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972437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852163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774264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762440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155145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622289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762440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762440" y="3677653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620962" y="4519030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943500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001819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765692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620962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942173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000492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764365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803638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688197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804838" y="3309402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1551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303520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332224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9864345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248850" y="72630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078535" y="72223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018722" y="740372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527038" y="730468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458496" y="9833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29CD4F1-4D65-2071-CB5D-56C21B0A8ADD}"/>
              </a:ext>
            </a:extLst>
          </p:cNvPr>
          <p:cNvGrpSpPr/>
          <p:nvPr/>
        </p:nvGrpSpPr>
        <p:grpSpPr>
          <a:xfrm rot="16200000">
            <a:off x="8495764" y="2520050"/>
            <a:ext cx="405246" cy="267608"/>
            <a:chOff x="6169099" y="3766490"/>
            <a:chExt cx="533480" cy="267608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8E484B5-905D-B38D-3D91-241CE1719D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8580" y="3766490"/>
              <a:ext cx="503999" cy="267608"/>
            </a:xfrm>
            <a:prstGeom prst="rect">
              <a:avLst/>
            </a:prstGeom>
          </p:spPr>
        </p:pic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2BE6CC3-2C59-A24A-5E92-68A707F8638E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838587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8AB80F94-094C-4CE9-C275-29945A350AA8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958185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09C37C1-E5D0-9FBA-A932-2F98BACEC0B2}"/>
              </a:ext>
            </a:extLst>
          </p:cNvPr>
          <p:cNvCxnSpPr/>
          <p:nvPr/>
        </p:nvCxnSpPr>
        <p:spPr>
          <a:xfrm>
            <a:off x="2870131" y="330940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9B3B66-045C-4BC7-2F4D-857D0D686CD3}"/>
              </a:ext>
            </a:extLst>
          </p:cNvPr>
          <p:cNvCxnSpPr/>
          <p:nvPr/>
        </p:nvCxnSpPr>
        <p:spPr>
          <a:xfrm>
            <a:off x="2870131" y="3429000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02EBAD3-1207-E175-F4E6-F1CAAFD5CB84}"/>
              </a:ext>
            </a:extLst>
          </p:cNvPr>
          <p:cNvSpPr/>
          <p:nvPr/>
        </p:nvSpPr>
        <p:spPr>
          <a:xfrm>
            <a:off x="4112869" y="5087156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1546BBC-B812-DED8-4B26-9FABE47BC3AA}"/>
              </a:ext>
            </a:extLst>
          </p:cNvPr>
          <p:cNvSpPr txBox="1"/>
          <p:nvPr/>
        </p:nvSpPr>
        <p:spPr>
          <a:xfrm>
            <a:off x="4171777" y="5125610"/>
            <a:ext cx="5741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5D04E53-F0F2-CC32-832F-AD990A0BD8D2}"/>
              </a:ext>
            </a:extLst>
          </p:cNvPr>
          <p:cNvCxnSpPr>
            <a:cxnSpLocks/>
          </p:cNvCxnSpPr>
          <p:nvPr/>
        </p:nvCxnSpPr>
        <p:spPr>
          <a:xfrm>
            <a:off x="3882996" y="5224369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81CABDD-6671-8136-C507-5421CBF47C22}"/>
              </a:ext>
            </a:extLst>
          </p:cNvPr>
          <p:cNvSpPr/>
          <p:nvPr/>
        </p:nvSpPr>
        <p:spPr>
          <a:xfrm>
            <a:off x="3204207" y="5087370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182B11B-81F0-C7FD-76B3-7C27A04FAE43}"/>
              </a:ext>
            </a:extLst>
          </p:cNvPr>
          <p:cNvSpPr txBox="1"/>
          <p:nvPr/>
        </p:nvSpPr>
        <p:spPr>
          <a:xfrm>
            <a:off x="3169553" y="5107257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FFE2C33-996E-7ADF-F9EF-9E2CF7B04F43}"/>
              </a:ext>
            </a:extLst>
          </p:cNvPr>
          <p:cNvCxnSpPr>
            <a:cxnSpLocks/>
          </p:cNvCxnSpPr>
          <p:nvPr/>
        </p:nvCxnSpPr>
        <p:spPr>
          <a:xfrm>
            <a:off x="2743887" y="5277871"/>
            <a:ext cx="442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7E3730A-42E6-0433-39FD-2ACC0255676D}"/>
              </a:ext>
            </a:extLst>
          </p:cNvPr>
          <p:cNvCxnSpPr>
            <a:cxnSpLocks/>
          </p:cNvCxnSpPr>
          <p:nvPr/>
        </p:nvCxnSpPr>
        <p:spPr>
          <a:xfrm flipH="1">
            <a:off x="3888841" y="5478179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1883FA79-CBE1-81F9-475F-742DC442633A}"/>
              </a:ext>
            </a:extLst>
          </p:cNvPr>
          <p:cNvCxnSpPr>
            <a:cxnSpLocks/>
          </p:cNvCxnSpPr>
          <p:nvPr/>
        </p:nvCxnSpPr>
        <p:spPr>
          <a:xfrm>
            <a:off x="2763237" y="4519030"/>
            <a:ext cx="0" cy="7615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53ADBF7-10DC-5789-46E9-813992762F1C}"/>
              </a:ext>
            </a:extLst>
          </p:cNvPr>
          <p:cNvCxnSpPr>
            <a:cxnSpLocks/>
          </p:cNvCxnSpPr>
          <p:nvPr/>
        </p:nvCxnSpPr>
        <p:spPr>
          <a:xfrm>
            <a:off x="2981569" y="5160759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FF72DD-5839-7297-77B0-F5EC466118C5}"/>
              </a:ext>
            </a:extLst>
          </p:cNvPr>
          <p:cNvCxnSpPr/>
          <p:nvPr/>
        </p:nvCxnSpPr>
        <p:spPr>
          <a:xfrm flipH="1" flipV="1">
            <a:off x="2602523" y="4499564"/>
            <a:ext cx="164123" cy="77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1CB085F-EFA5-81F0-171A-B0F01423DFC7}"/>
              </a:ext>
            </a:extLst>
          </p:cNvPr>
          <p:cNvCxnSpPr/>
          <p:nvPr/>
        </p:nvCxnSpPr>
        <p:spPr>
          <a:xfrm>
            <a:off x="2989385" y="4912022"/>
            <a:ext cx="0" cy="2539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A7AA200C-FCA9-EE26-397A-A699E5A6646F}"/>
              </a:ext>
            </a:extLst>
          </p:cNvPr>
          <p:cNvCxnSpPr/>
          <p:nvPr/>
        </p:nvCxnSpPr>
        <p:spPr>
          <a:xfrm>
            <a:off x="2985477" y="4912022"/>
            <a:ext cx="23133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C42D385-1455-5F7D-5DE9-63C32D5B7E54}"/>
              </a:ext>
            </a:extLst>
          </p:cNvPr>
          <p:cNvCxnSpPr/>
          <p:nvPr/>
        </p:nvCxnSpPr>
        <p:spPr>
          <a:xfrm flipV="1">
            <a:off x="3977662" y="4996009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FF7584B-44F4-AC4F-1A2B-A5EEAC3183AF}"/>
              </a:ext>
            </a:extLst>
          </p:cNvPr>
          <p:cNvCxnSpPr/>
          <p:nvPr/>
        </p:nvCxnSpPr>
        <p:spPr>
          <a:xfrm>
            <a:off x="4019628" y="5487290"/>
            <a:ext cx="0" cy="20065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85B0F1-5D5A-96E1-0D14-965720B89EB9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15F5EDE-17BE-0E3E-4DDD-864B147D406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AC388BCB-D579-EC08-5CBF-2CC85FB74523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0E401010-BF44-D516-E855-B8E547F967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F7768323-F4FD-A2FE-5BEF-EF5EE0779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791C07A-D6C6-EEE2-DD1A-AAFBD13E03BD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34331E89-6C0B-1C5D-9642-5E0D0D9791DF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42D03EFD-C681-4EA9-84D6-2D58957476C9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30DB228-30F1-3EAB-8348-ADF6B84F5227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8C8DC418-30F2-2E6B-79EB-C50A8BC90A03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28B52DA0-5124-B1DD-6399-E77E9F27E337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68D9262-FD4F-8437-B65A-FF28CF8998C5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EF94313-2CD9-F730-2951-3C043984003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0FE960F4-1D95-AE3E-FD52-BB27EEA05698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2DD4560C-B14D-1712-6B66-8BA78DA65DB6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76244964-CE6E-4181-63B0-7D164FD80C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B92832FC-E56A-5B11-0E7E-1F6ADE6DE9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C24C015-6A2B-58F9-2636-B99F0EF085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6613CFF8-5964-53FA-3F4B-1524F218D7F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A6C1A2E8-6BD1-A1B8-EC64-95288FD839B1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7BA2245-CE26-F7B3-650C-1F9D9C02DE77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A1848007-5C57-2514-E0D9-E9FAA0E1581E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97DF8482-C9C8-E044-1756-D3B042D2D7ED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EE68CD5-3828-66D3-CF69-264F08A0AC09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CE23F81E-1E87-DE9B-046A-751F5B2EF337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3FC0B57-60E9-D03D-A66F-04619217984F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F47AAA6-0318-D08A-6320-0A794954F811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FFDF2F4-DDDE-FB8D-64B3-74C68824CD4E}"/>
              </a:ext>
            </a:extLst>
          </p:cNvPr>
          <p:cNvCxnSpPr>
            <a:cxnSpLocks/>
          </p:cNvCxnSpPr>
          <p:nvPr/>
        </p:nvCxnSpPr>
        <p:spPr>
          <a:xfrm flipV="1">
            <a:off x="9432653" y="493190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30710D1B-628F-D0C5-C3B8-4E1DB5DB1822}"/>
              </a:ext>
            </a:extLst>
          </p:cNvPr>
          <p:cNvCxnSpPr>
            <a:cxnSpLocks/>
          </p:cNvCxnSpPr>
          <p:nvPr/>
        </p:nvCxnSpPr>
        <p:spPr>
          <a:xfrm flipH="1">
            <a:off x="9388685" y="511783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D0735576-FA99-1226-FAE2-8A66AEE21921}"/>
              </a:ext>
            </a:extLst>
          </p:cNvPr>
          <p:cNvCxnSpPr>
            <a:cxnSpLocks/>
          </p:cNvCxnSpPr>
          <p:nvPr/>
        </p:nvCxnSpPr>
        <p:spPr>
          <a:xfrm>
            <a:off x="9254353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7519AAD8-ECD9-BCFB-E19F-03D8220E44C3}"/>
              </a:ext>
            </a:extLst>
          </p:cNvPr>
          <p:cNvSpPr txBox="1"/>
          <p:nvPr/>
        </p:nvSpPr>
        <p:spPr>
          <a:xfrm>
            <a:off x="9014468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BCE76B6-4D18-835C-C24A-DF1E79C1CF76}"/>
              </a:ext>
            </a:extLst>
          </p:cNvPr>
          <p:cNvCxnSpPr>
            <a:cxnSpLocks/>
          </p:cNvCxnSpPr>
          <p:nvPr/>
        </p:nvCxnSpPr>
        <p:spPr>
          <a:xfrm>
            <a:off x="9431921" y="3928834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4DF51EAB-8861-0396-BAA6-9479806818EB}"/>
              </a:ext>
            </a:extLst>
          </p:cNvPr>
          <p:cNvSpPr txBox="1"/>
          <p:nvPr/>
        </p:nvSpPr>
        <p:spPr>
          <a:xfrm>
            <a:off x="9063374" y="373330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2F76C24-B5A2-EF6E-0213-72D63A9FAEFB}"/>
              </a:ext>
            </a:extLst>
          </p:cNvPr>
          <p:cNvSpPr/>
          <p:nvPr/>
        </p:nvSpPr>
        <p:spPr>
          <a:xfrm>
            <a:off x="9027891" y="3504913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FBAC4502-2B1D-5218-C2D9-AB667D10F3CF}"/>
              </a:ext>
            </a:extLst>
          </p:cNvPr>
          <p:cNvCxnSpPr>
            <a:cxnSpLocks/>
          </p:cNvCxnSpPr>
          <p:nvPr/>
        </p:nvCxnSpPr>
        <p:spPr>
          <a:xfrm>
            <a:off x="9601800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4F79E217-E351-6707-29A8-684823FCD841}"/>
              </a:ext>
            </a:extLst>
          </p:cNvPr>
          <p:cNvCxnSpPr>
            <a:cxnSpLocks/>
          </p:cNvCxnSpPr>
          <p:nvPr/>
        </p:nvCxnSpPr>
        <p:spPr>
          <a:xfrm flipV="1">
            <a:off x="10822834" y="3193477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8E60B1A-8F9F-F801-EE6D-5051B5DDD7FD}"/>
              </a:ext>
            </a:extLst>
          </p:cNvPr>
          <p:cNvCxnSpPr>
            <a:cxnSpLocks/>
          </p:cNvCxnSpPr>
          <p:nvPr/>
        </p:nvCxnSpPr>
        <p:spPr>
          <a:xfrm flipH="1">
            <a:off x="10772078" y="3608496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120</Words>
  <Application>Microsoft Office PowerPoint</Application>
  <PresentationFormat>Widescreen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10</cp:revision>
  <cp:lastPrinted>2025-06-30T21:01:03Z</cp:lastPrinted>
  <dcterms:created xsi:type="dcterms:W3CDTF">2025-06-30T15:01:42Z</dcterms:created>
  <dcterms:modified xsi:type="dcterms:W3CDTF">2026-03-10T16:48:13Z</dcterms:modified>
</cp:coreProperties>
</file>