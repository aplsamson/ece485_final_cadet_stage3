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5867FF-49DB-4DC0-967A-A19776D02C5E}" v="6" dt="2026-03-10T17:14:29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238" d="100"/>
          <a:sy n="238" d="100"/>
        </p:scale>
        <p:origin x="-8982" y="-24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custSel modSld">
      <pc:chgData name="York, George W CIV USAF USAFA DF/DFEC" userId="1fb5875a-4594-4db2-80fb-f0db3de11280" providerId="ADAL" clId="{09330963-85FD-4C99-A81B-94D0EE5CFFEB}" dt="2026-03-10T17:14:37.305" v="17" actId="1076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3-10T17:14:37.305" v="17" actId="1076"/>
        <pc:sldMkLst>
          <pc:docMk/>
          <pc:sldMk cId="1501170907" sldId="256"/>
        </pc:sldMkLst>
        <pc:spChg chg="mod">
          <ac:chgData name="York, George W CIV USAF USAFA DF/DFEC" userId="1fb5875a-4594-4db2-80fb-f0db3de11280" providerId="ADAL" clId="{09330963-85FD-4C99-A81B-94D0EE5CFFEB}" dt="2026-03-05T22:46:17.762" v="4" actId="20577"/>
          <ac:spMkLst>
            <pc:docMk/>
            <pc:sldMk cId="1501170907" sldId="256"/>
            <ac:spMk id="4" creationId="{FB55267A-D19E-887C-DE49-0FCC56FF700B}"/>
          </ac:spMkLst>
        </pc:spChg>
        <pc:spChg chg="add mod">
          <ac:chgData name="York, George W CIV USAF USAFA DF/DFEC" userId="1fb5875a-4594-4db2-80fb-f0db3de11280" providerId="ADAL" clId="{09330963-85FD-4C99-A81B-94D0EE5CFFEB}" dt="2026-03-10T17:10:31.494" v="11" actId="1076"/>
          <ac:spMkLst>
            <pc:docMk/>
            <pc:sldMk cId="1501170907" sldId="256"/>
            <ac:spMk id="17" creationId="{F3C357C1-6CA0-FE49-1679-B84ECC79460C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54" creationId="{7C5CCBD1-0844-480F-8141-9A9CAA44FF50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57" creationId="{BE8947B1-691B-936E-60AD-9FDFE4A4EA75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59" creationId="{62908768-78CB-6AA2-9F8F-560147BBA50C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80" creationId="{55A3E227-0BF3-A73B-3BC7-43B3ED0C951A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84" creationId="{D1142331-E346-04E4-CE7D-40DA0254B7E8}"/>
          </ac:spMkLst>
        </pc:spChg>
        <pc:spChg chg="add del mod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105" creationId="{8150CAF1-DAFF-41B1-37D9-3AA58EDF71DA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06" creationId="{802EBAD3-1207-E175-F4E6-F1CAAFD5CB84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07" creationId="{B1546BBC-B812-DED8-4B26-9FABE47BC3AA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09" creationId="{A81CABDD-6671-8136-C507-5421CBF47C22}"/>
          </ac:spMkLst>
        </pc:spChg>
        <pc:spChg chg="add mod">
          <ac:chgData name="York, George W CIV USAF USAFA DF/DFEC" userId="1fb5875a-4594-4db2-80fb-f0db3de11280" providerId="ADAL" clId="{09330963-85FD-4C99-A81B-94D0EE5CFFEB}" dt="2026-03-05T22:29:55.846" v="0"/>
          <ac:spMkLst>
            <pc:docMk/>
            <pc:sldMk cId="1501170907" sldId="256"/>
            <ac:spMk id="110" creationId="{F182B11B-81F0-C7FD-76B3-7C27A04FAE43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0" creationId="{42D03EFD-C681-4EA9-84D6-2D58957476C9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1" creationId="{130DB228-30F1-3EAB-8348-ADF6B84F5227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3" creationId="{28B52DA0-5124-B1DD-6399-E77E9F27E337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54" creationId="{A1848007-5C57-2514-E0D9-E9FAA0E1581E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56" creationId="{8EE68CD5-3828-66D3-CF69-264F08A0AC09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74" creationId="{7519AAD8-ECD9-BCFB-E19F-03D8220E44C3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86" creationId="{4DF51EAB-8861-0396-BAA6-9479806818EB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87" creationId="{02F76C24-B5A2-EF6E-0213-72D63A9FAEFB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264" creationId="{18102C07-F7E1-1AF1-477B-00B68F177F07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265" creationId="{00A05C49-A5A2-CC74-BAEB-00CF47323BC9}"/>
          </ac:spMkLst>
        </pc:spChg>
        <pc:spChg chg="del">
          <ac:chgData name="York, George W CIV USAF USAFA DF/DFEC" userId="1fb5875a-4594-4db2-80fb-f0db3de11280" providerId="ADAL" clId="{09330963-85FD-4C99-A81B-94D0EE5CFFEB}" dt="2026-03-10T16:47:43.899" v="5" actId="478"/>
          <ac:spMkLst>
            <pc:docMk/>
            <pc:sldMk cId="1501170907" sldId="256"/>
            <ac:spMk id="266" creationId="{B178740B-BE6B-31B0-B4FD-0ED1D3EABF36}"/>
          </ac:spMkLst>
        </pc:spChg>
        <pc:grpChg chg="del">
          <ac:chgData name="York, George W CIV USAF USAFA DF/DFEC" userId="1fb5875a-4594-4db2-80fb-f0db3de11280" providerId="ADAL" clId="{09330963-85FD-4C99-A81B-94D0EE5CFFEB}" dt="2026-03-10T17:14:24.856" v="15" actId="478"/>
          <ac:grpSpMkLst>
            <pc:docMk/>
            <pc:sldMk cId="1501170907" sldId="256"/>
            <ac:grpSpMk id="30" creationId="{F29CD4F1-4D65-2071-CB5D-56C21B0A8ADD}"/>
          </ac:grpSpMkLst>
        </pc:grpChg>
        <pc:grpChg chg="del">
          <ac:chgData name="York, George W CIV USAF USAFA DF/DFEC" userId="1fb5875a-4594-4db2-80fb-f0db3de11280" providerId="ADAL" clId="{09330963-85FD-4C99-A81B-94D0EE5CFFEB}" dt="2026-03-10T16:47:43.899" v="5" actId="478"/>
          <ac:grpSpMkLst>
            <pc:docMk/>
            <pc:sldMk cId="1501170907" sldId="256"/>
            <ac:grpSpMk id="61" creationId="{16FC76F5-1B0B-DFD2-2DFE-467D7246D31F}"/>
          </ac:grpSpMkLst>
        </pc:grpChg>
        <pc:grpChg chg="add mod">
          <ac:chgData name="York, George W CIV USAF USAFA DF/DFEC" userId="1fb5875a-4594-4db2-80fb-f0db3de11280" providerId="ADAL" clId="{09330963-85FD-4C99-A81B-94D0EE5CFFEB}" dt="2026-03-10T16:47:45.074" v="6"/>
          <ac:grpSpMkLst>
            <pc:docMk/>
            <pc:sldMk cId="1501170907" sldId="256"/>
            <ac:grpSpMk id="131" creationId="{7985B0F1-5D5A-96E1-0D14-965720B89EB9}"/>
          </ac:grpSpMkLst>
        </pc:grpChg>
        <pc:grpChg chg="add mod">
          <ac:chgData name="York, George W CIV USAF USAFA DF/DFEC" userId="1fb5875a-4594-4db2-80fb-f0db3de11280" providerId="ADAL" clId="{09330963-85FD-4C99-A81B-94D0EE5CFFEB}" dt="2026-03-10T16:47:45.074" v="6"/>
          <ac:grpSpMkLst>
            <pc:docMk/>
            <pc:sldMk cId="1501170907" sldId="256"/>
            <ac:grpSpMk id="144" creationId="{668D9262-FD4F-8437-B65A-FF28CF8998C5}"/>
          </ac:grpSpMkLst>
        </pc:grpChg>
        <pc:picChg chg="del">
          <ac:chgData name="York, George W CIV USAF USAFA DF/DFEC" userId="1fb5875a-4594-4db2-80fb-f0db3de11280" providerId="ADAL" clId="{09330963-85FD-4C99-A81B-94D0EE5CFFEB}" dt="2026-03-10T17:14:07.197" v="12" actId="478"/>
          <ac:picMkLst>
            <pc:docMk/>
            <pc:sldMk cId="1501170907" sldId="256"/>
            <ac:picMk id="36" creationId="{7D1B8B85-7F90-6201-21E9-F6ABDFFBBFF8}"/>
          </ac:picMkLst>
        </pc:picChg>
        <pc:cxnChg chg="del">
          <ac:chgData name="York, George W CIV USAF USAFA DF/DFEC" userId="1fb5875a-4594-4db2-80fb-f0db3de11280" providerId="ADAL" clId="{09330963-85FD-4C99-A81B-94D0EE5CFFEB}" dt="2026-03-10T16:47:53.742" v="7" actId="478"/>
          <ac:cxnSpMkLst>
            <pc:docMk/>
            <pc:sldMk cId="1501170907" sldId="256"/>
            <ac:cxnSpMk id="17" creationId="{D24E488E-A173-AFA0-3F6A-78FF8CC6952B}"/>
          </ac:cxnSpMkLst>
        </pc:cxnChg>
        <pc:cxnChg chg="del">
          <ac:chgData name="York, George W CIV USAF USAFA DF/DFEC" userId="1fb5875a-4594-4db2-80fb-f0db3de11280" providerId="ADAL" clId="{09330963-85FD-4C99-A81B-94D0EE5CFFEB}" dt="2026-03-10T16:47:53.742" v="7" actId="478"/>
          <ac:cxnSpMkLst>
            <pc:docMk/>
            <pc:sldMk cId="1501170907" sldId="256"/>
            <ac:cxnSpMk id="26" creationId="{EFC7A41C-61ED-49E4-BA0B-27EC82F62902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4:37.305" v="17" actId="1076"/>
          <ac:cxnSpMkLst>
            <pc:docMk/>
            <pc:sldMk cId="1501170907" sldId="256"/>
            <ac:cxnSpMk id="26" creationId="{F93FF150-8370-FB86-5E5C-59855FA6B568}"/>
          </ac:cxnSpMkLst>
        </pc:cxnChg>
        <pc:cxnChg chg="del">
          <ac:chgData name="York, George W CIV USAF USAFA DF/DFEC" userId="1fb5875a-4594-4db2-80fb-f0db3de11280" providerId="ADAL" clId="{09330963-85FD-4C99-A81B-94D0EE5CFFEB}" dt="2026-03-10T16:47:53.742" v="7" actId="478"/>
          <ac:cxnSpMkLst>
            <pc:docMk/>
            <pc:sldMk cId="1501170907" sldId="256"/>
            <ac:cxnSpMk id="28" creationId="{EE79F449-2B1D-87A9-9E7B-9DD8C11C7B9B}"/>
          </ac:cxnSpMkLst>
        </pc:cxnChg>
        <pc:cxnChg chg="del">
          <ac:chgData name="York, George W CIV USAF USAFA DF/DFEC" userId="1fb5875a-4594-4db2-80fb-f0db3de11280" providerId="ADAL" clId="{09330963-85FD-4C99-A81B-94D0EE5CFFEB}" dt="2026-03-10T17:14:18.066" v="14" actId="478"/>
          <ac:cxnSpMkLst>
            <pc:docMk/>
            <pc:sldMk cId="1501170907" sldId="256"/>
            <ac:cxnSpMk id="37" creationId="{A09C37C1-E5D0-9FBA-A932-2F98BACEC0B2}"/>
          </ac:cxnSpMkLst>
        </pc:cxnChg>
        <pc:cxnChg chg="mod">
          <ac:chgData name="York, George W CIV USAF USAFA DF/DFEC" userId="1fb5875a-4594-4db2-80fb-f0db3de11280" providerId="ADAL" clId="{09330963-85FD-4C99-A81B-94D0EE5CFFEB}" dt="2026-03-10T17:14:16.193" v="13" actId="1076"/>
          <ac:cxnSpMkLst>
            <pc:docMk/>
            <pc:sldMk cId="1501170907" sldId="256"/>
            <ac:cxnSpMk id="38" creationId="{4D9B3B66-045C-4BC7-2F4D-857D0D686CD3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08" creationId="{55D04E53-F0F2-CC32-832F-AD990A0BD8D2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0" creationId="{1883FA79-CBE1-81F9-475F-742DC442633A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1" creationId="{D53ADBF7-10DC-5789-46E9-813992762F1C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3" creationId="{61CB085F-EFA5-81F0-171A-B0F01423DFC7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5" creationId="{EC42D385-1455-5F7D-5DE9-63C32D5B7E54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9:55.846" v="0"/>
          <ac:cxnSpMkLst>
            <pc:docMk/>
            <pc:sldMk cId="1501170907" sldId="256"/>
            <ac:cxnSpMk id="128" creationId="{2FF7584B-44F4-AC4F-1A2B-A5EEAC3183AF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6:48:05.976" v="8"/>
          <ac:cxnSpMkLst>
            <pc:docMk/>
            <pc:sldMk cId="1501170907" sldId="256"/>
            <ac:cxnSpMk id="189" creationId="{4F79E217-E351-6707-29A8-684823FCD841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6:48:05.976" v="8"/>
          <ac:cxnSpMkLst>
            <pc:docMk/>
            <pc:sldMk cId="1501170907" sldId="256"/>
            <ac:cxnSpMk id="190" creationId="{88E60B1A-8F9F-F801-EE6D-5051B5DDD7F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3. RISC-V 5-cycle Pipeline Architecture</a:t>
            </a:r>
          </a:p>
          <a:p>
            <a:pPr algn="ctr"/>
            <a:r>
              <a:rPr lang="en-US" sz="1200" b="1" dirty="0"/>
              <a:t>NOPs to prevent hazards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495383" y="993913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364030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41907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992660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389615" y="2231217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367821" y="2540560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216534" y="1593543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993600" y="2434882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938494" y="2649457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833297" y="243488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841005" y="2744225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845675" y="147677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778799" y="1796717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038726" y="212493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835816" y="199895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038726" y="169982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508373" y="1909227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663197" y="286669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692597" y="2702044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791700" y="1699822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790074" y="1699822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211807" y="27020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934567" y="4047113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972437" y="4261688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852163" y="496552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774264" y="5143452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762440" y="451903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155145" y="537709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622289" y="5254830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136279" y="2866694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762440" y="3685674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762440" y="3677653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286000" y="2445713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620962" y="4519030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395182" y="2230495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487888" y="2199492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337743" y="2425065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330036" y="2638129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344357" y="2856477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333331" y="3078570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843596" y="260255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836982" y="286521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258959" y="2971893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286000" y="2540481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286000" y="2753545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286000" y="2971893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337743" y="3251607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072930" y="3193986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943500" y="5117831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001819" y="5137718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765692" y="525605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620962" y="5624289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942173" y="5487290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000492" y="5507177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764365" y="562551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803638" y="4454260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688197" y="433063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806753" y="3923507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755993" y="3892504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311792" y="4099798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639349" y="4253940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639349" y="3251607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110717" y="2579087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5932909" y="311048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 flipV="1">
            <a:off x="4258959" y="2685366"/>
            <a:ext cx="1851758" cy="16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687559" y="2837199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850346" y="3244816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855248" y="3251607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672538" y="4227176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804838" y="3309402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267546" y="3096047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132652" y="1613063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114167" y="1590798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073953" y="1812106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659919" y="1793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4886953" y="1941884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081009" y="206099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651741" y="2171619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373291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286000" y="3251607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749453" y="4138524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230139" y="224517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565545" y="2241709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/>
          <p:nvPr/>
        </p:nvCxnSpPr>
        <p:spPr>
          <a:xfrm flipH="1">
            <a:off x="211807" y="6023113"/>
            <a:ext cx="94589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/>
          <p:nvPr/>
        </p:nvCxnSpPr>
        <p:spPr>
          <a:xfrm flipV="1">
            <a:off x="211807" y="2717971"/>
            <a:ext cx="0" cy="32952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9679021" y="4611234"/>
            <a:ext cx="0" cy="14101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4886953" y="1919827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392320" y="2899983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651741" y="2162573"/>
            <a:ext cx="0" cy="809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651741" y="2971893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716325" y="2398070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195002" y="2744225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624314" y="2556298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9917222" y="243793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0951858" y="2845906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202288" y="1919827"/>
            <a:ext cx="0" cy="824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014468" y="1909226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084668" y="1313234"/>
            <a:ext cx="0" cy="1551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047939" y="1316334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/>
          <p:nvPr/>
        </p:nvCxnSpPr>
        <p:spPr>
          <a:xfrm flipV="1">
            <a:off x="3072930" y="1316334"/>
            <a:ext cx="0" cy="18776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156808" y="19092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065686" y="2417449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303520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332224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9864345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248850" y="72630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078535" y="722238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018722" y="740372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527038" y="730468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458496" y="9833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9B3B66-045C-4BC7-2F4D-857D0D686CD3}"/>
              </a:ext>
            </a:extLst>
          </p:cNvPr>
          <p:cNvCxnSpPr/>
          <p:nvPr/>
        </p:nvCxnSpPr>
        <p:spPr>
          <a:xfrm>
            <a:off x="3209831" y="3367023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02EBAD3-1207-E175-F4E6-F1CAAFD5CB84}"/>
              </a:ext>
            </a:extLst>
          </p:cNvPr>
          <p:cNvSpPr/>
          <p:nvPr/>
        </p:nvSpPr>
        <p:spPr>
          <a:xfrm>
            <a:off x="4112869" y="5087156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1546BBC-B812-DED8-4B26-9FABE47BC3AA}"/>
              </a:ext>
            </a:extLst>
          </p:cNvPr>
          <p:cNvSpPr txBox="1"/>
          <p:nvPr/>
        </p:nvSpPr>
        <p:spPr>
          <a:xfrm>
            <a:off x="4171777" y="5125610"/>
            <a:ext cx="57419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  <a:p>
            <a:pPr algn="ctr"/>
            <a:r>
              <a:rPr lang="en-US" sz="900" dirty="0"/>
              <a:t>counter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55D04E53-F0F2-CC32-832F-AD990A0BD8D2}"/>
              </a:ext>
            </a:extLst>
          </p:cNvPr>
          <p:cNvCxnSpPr>
            <a:cxnSpLocks/>
          </p:cNvCxnSpPr>
          <p:nvPr/>
        </p:nvCxnSpPr>
        <p:spPr>
          <a:xfrm>
            <a:off x="3882996" y="5224369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81CABDD-6671-8136-C507-5421CBF47C22}"/>
              </a:ext>
            </a:extLst>
          </p:cNvPr>
          <p:cNvSpPr/>
          <p:nvPr/>
        </p:nvSpPr>
        <p:spPr>
          <a:xfrm>
            <a:off x="3204207" y="5087370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182B11B-81F0-C7FD-76B3-7C27A04FAE43}"/>
              </a:ext>
            </a:extLst>
          </p:cNvPr>
          <p:cNvSpPr txBox="1"/>
          <p:nvPr/>
        </p:nvSpPr>
        <p:spPr>
          <a:xfrm>
            <a:off x="3169553" y="5107257"/>
            <a:ext cx="7296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3FFE2C33-996E-7ADF-F9EF-9E2CF7B04F43}"/>
              </a:ext>
            </a:extLst>
          </p:cNvPr>
          <p:cNvCxnSpPr>
            <a:cxnSpLocks/>
          </p:cNvCxnSpPr>
          <p:nvPr/>
        </p:nvCxnSpPr>
        <p:spPr>
          <a:xfrm>
            <a:off x="2743887" y="5277871"/>
            <a:ext cx="4422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7E3730A-42E6-0433-39FD-2ACC0255676D}"/>
              </a:ext>
            </a:extLst>
          </p:cNvPr>
          <p:cNvCxnSpPr>
            <a:cxnSpLocks/>
          </p:cNvCxnSpPr>
          <p:nvPr/>
        </p:nvCxnSpPr>
        <p:spPr>
          <a:xfrm flipH="1">
            <a:off x="3888841" y="5478179"/>
            <a:ext cx="2056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1883FA79-CBE1-81F9-475F-742DC442633A}"/>
              </a:ext>
            </a:extLst>
          </p:cNvPr>
          <p:cNvCxnSpPr>
            <a:cxnSpLocks/>
          </p:cNvCxnSpPr>
          <p:nvPr/>
        </p:nvCxnSpPr>
        <p:spPr>
          <a:xfrm>
            <a:off x="2763237" y="4519030"/>
            <a:ext cx="0" cy="7615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D53ADBF7-10DC-5789-46E9-813992762F1C}"/>
              </a:ext>
            </a:extLst>
          </p:cNvPr>
          <p:cNvCxnSpPr>
            <a:cxnSpLocks/>
          </p:cNvCxnSpPr>
          <p:nvPr/>
        </p:nvCxnSpPr>
        <p:spPr>
          <a:xfrm>
            <a:off x="2981569" y="5160759"/>
            <a:ext cx="2117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FF72DD-5839-7297-77B0-F5EC466118C5}"/>
              </a:ext>
            </a:extLst>
          </p:cNvPr>
          <p:cNvCxnSpPr/>
          <p:nvPr/>
        </p:nvCxnSpPr>
        <p:spPr>
          <a:xfrm flipH="1" flipV="1">
            <a:off x="2602523" y="4499564"/>
            <a:ext cx="164123" cy="77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1CB085F-EFA5-81F0-171A-B0F01423DFC7}"/>
              </a:ext>
            </a:extLst>
          </p:cNvPr>
          <p:cNvCxnSpPr/>
          <p:nvPr/>
        </p:nvCxnSpPr>
        <p:spPr>
          <a:xfrm>
            <a:off x="2989385" y="4912022"/>
            <a:ext cx="0" cy="2539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A7AA200C-FCA9-EE26-397A-A699E5A6646F}"/>
              </a:ext>
            </a:extLst>
          </p:cNvPr>
          <p:cNvCxnSpPr/>
          <p:nvPr/>
        </p:nvCxnSpPr>
        <p:spPr>
          <a:xfrm>
            <a:off x="2985477" y="4912022"/>
            <a:ext cx="23133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C42D385-1455-5F7D-5DE9-63C32D5B7E54}"/>
              </a:ext>
            </a:extLst>
          </p:cNvPr>
          <p:cNvCxnSpPr/>
          <p:nvPr/>
        </p:nvCxnSpPr>
        <p:spPr>
          <a:xfrm flipV="1">
            <a:off x="3977662" y="4996009"/>
            <a:ext cx="0" cy="2254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FF7584B-44F4-AC4F-1A2B-A5EEAC3183AF}"/>
              </a:ext>
            </a:extLst>
          </p:cNvPr>
          <p:cNvCxnSpPr/>
          <p:nvPr/>
        </p:nvCxnSpPr>
        <p:spPr>
          <a:xfrm>
            <a:off x="4019628" y="5487290"/>
            <a:ext cx="0" cy="20065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985B0F1-5D5A-96E1-0D14-965720B89EB9}"/>
              </a:ext>
            </a:extLst>
          </p:cNvPr>
          <p:cNvGrpSpPr/>
          <p:nvPr/>
        </p:nvGrpSpPr>
        <p:grpSpPr>
          <a:xfrm>
            <a:off x="9307301" y="4163398"/>
            <a:ext cx="234557" cy="870633"/>
            <a:chOff x="6175096" y="3854324"/>
            <a:chExt cx="144932" cy="375881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15F5EDE-17BE-0E3E-4DDD-864B147D406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AC388BCB-D579-EC08-5CBF-2CC85FB74523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0E401010-BF44-D516-E855-B8E547F967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F7768323-F4FD-A2FE-5BEF-EF5EE0779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791C07A-D6C6-EEE2-DD1A-AAFBD13E03BD}"/>
              </a:ext>
            </a:extLst>
          </p:cNvPr>
          <p:cNvCxnSpPr>
            <a:cxnSpLocks/>
          </p:cNvCxnSpPr>
          <p:nvPr/>
        </p:nvCxnSpPr>
        <p:spPr>
          <a:xfrm>
            <a:off x="9542834" y="4611234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34331E89-6C0B-1C5D-9642-5E0D0D9791DF}"/>
              </a:ext>
            </a:extLst>
          </p:cNvPr>
          <p:cNvCxnSpPr>
            <a:cxnSpLocks/>
          </p:cNvCxnSpPr>
          <p:nvPr/>
        </p:nvCxnSpPr>
        <p:spPr>
          <a:xfrm>
            <a:off x="8930725" y="4560055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42D03EFD-C681-4EA9-84D6-2D58957476C9}"/>
              </a:ext>
            </a:extLst>
          </p:cNvPr>
          <p:cNvSpPr txBox="1"/>
          <p:nvPr/>
        </p:nvSpPr>
        <p:spPr>
          <a:xfrm>
            <a:off x="7868407" y="4099798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30DB228-30F1-3EAB-8348-ADF6B84F5227}"/>
              </a:ext>
            </a:extLst>
          </p:cNvPr>
          <p:cNvSpPr txBox="1"/>
          <p:nvPr/>
        </p:nvSpPr>
        <p:spPr>
          <a:xfrm>
            <a:off x="7871560" y="4515171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8C8DC418-30F2-2E6B-79EB-C50A8BC90A03}"/>
              </a:ext>
            </a:extLst>
          </p:cNvPr>
          <p:cNvCxnSpPr>
            <a:cxnSpLocks/>
          </p:cNvCxnSpPr>
          <p:nvPr/>
        </p:nvCxnSpPr>
        <p:spPr>
          <a:xfrm flipV="1">
            <a:off x="9214921" y="471814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28B52DA0-5124-B1DD-6399-E77E9F27E337}"/>
              </a:ext>
            </a:extLst>
          </p:cNvPr>
          <p:cNvSpPr txBox="1"/>
          <p:nvPr/>
        </p:nvSpPr>
        <p:spPr>
          <a:xfrm>
            <a:off x="8892828" y="4599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68D9262-FD4F-8437-B65A-FF28CF8998C5}"/>
              </a:ext>
            </a:extLst>
          </p:cNvPr>
          <p:cNvGrpSpPr/>
          <p:nvPr/>
        </p:nvGrpSpPr>
        <p:grpSpPr>
          <a:xfrm>
            <a:off x="8407592" y="4109253"/>
            <a:ext cx="292770" cy="637674"/>
            <a:chOff x="1074820" y="1507958"/>
            <a:chExt cx="292770" cy="637674"/>
          </a:xfrm>
        </p:grpSpPr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EF94313-2CD9-F730-2951-3C043984003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0FE960F4-1D95-AE3E-FD52-BB27EEA05698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2DD4560C-B14D-1712-6B66-8BA78DA65DB6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76244964-CE6E-4181-63B0-7D164FD80C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B92832FC-E56A-5B11-0E7E-1F6ADE6DE9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C24C015-6A2B-58F9-2636-B99F0EF085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6613CFF8-5964-53FA-3F4B-1524F218D7F0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A6C1A2E8-6BD1-A1B8-EC64-95288FD839B1}"/>
              </a:ext>
            </a:extLst>
          </p:cNvPr>
          <p:cNvCxnSpPr>
            <a:cxnSpLocks/>
          </p:cNvCxnSpPr>
          <p:nvPr/>
        </p:nvCxnSpPr>
        <p:spPr>
          <a:xfrm>
            <a:off x="8233657" y="4640648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7BA2245-CE26-F7B3-650C-1F9D9C02DE77}"/>
              </a:ext>
            </a:extLst>
          </p:cNvPr>
          <p:cNvCxnSpPr/>
          <p:nvPr/>
        </p:nvCxnSpPr>
        <p:spPr>
          <a:xfrm>
            <a:off x="8229784" y="421553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A1848007-5C57-2514-E0D9-E9FAA0E1581E}"/>
              </a:ext>
            </a:extLst>
          </p:cNvPr>
          <p:cNvSpPr txBox="1"/>
          <p:nvPr/>
        </p:nvSpPr>
        <p:spPr>
          <a:xfrm>
            <a:off x="8442429" y="4314065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97DF8482-C9C8-E044-1756-D3B042D2D7ED}"/>
              </a:ext>
            </a:extLst>
          </p:cNvPr>
          <p:cNvCxnSpPr>
            <a:cxnSpLocks/>
          </p:cNvCxnSpPr>
          <p:nvPr/>
        </p:nvCxnSpPr>
        <p:spPr>
          <a:xfrm flipV="1">
            <a:off x="9192573" y="489361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EE68CD5-3828-66D3-CF69-264F08A0AC09}"/>
              </a:ext>
            </a:extLst>
          </p:cNvPr>
          <p:cNvSpPr txBox="1"/>
          <p:nvPr/>
        </p:nvSpPr>
        <p:spPr>
          <a:xfrm>
            <a:off x="8937784" y="4780084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CE23F81E-1E87-DE9B-046A-751F5B2EF337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3FC0B57-60E9-D03D-A66F-04619217984F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F47AAA6-0318-D08A-6320-0A794954F811}"/>
              </a:ext>
            </a:extLst>
          </p:cNvPr>
          <p:cNvCxnSpPr>
            <a:cxnSpLocks/>
          </p:cNvCxnSpPr>
          <p:nvPr/>
        </p:nvCxnSpPr>
        <p:spPr>
          <a:xfrm>
            <a:off x="8698040" y="4454260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FFDF2F4-DDDE-FB8D-64B3-74C68824CD4E}"/>
              </a:ext>
            </a:extLst>
          </p:cNvPr>
          <p:cNvCxnSpPr>
            <a:cxnSpLocks/>
          </p:cNvCxnSpPr>
          <p:nvPr/>
        </p:nvCxnSpPr>
        <p:spPr>
          <a:xfrm flipV="1">
            <a:off x="9432653" y="4931909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30710D1B-628F-D0C5-C3B8-4E1DB5DB1822}"/>
              </a:ext>
            </a:extLst>
          </p:cNvPr>
          <p:cNvCxnSpPr>
            <a:cxnSpLocks/>
          </p:cNvCxnSpPr>
          <p:nvPr/>
        </p:nvCxnSpPr>
        <p:spPr>
          <a:xfrm flipH="1">
            <a:off x="9388685" y="5117831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D0735576-FA99-1226-FAE2-8A66AEE21921}"/>
              </a:ext>
            </a:extLst>
          </p:cNvPr>
          <p:cNvCxnSpPr>
            <a:cxnSpLocks/>
          </p:cNvCxnSpPr>
          <p:nvPr/>
        </p:nvCxnSpPr>
        <p:spPr>
          <a:xfrm>
            <a:off x="9254353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7519AAD8-ECD9-BCFB-E19F-03D8220E44C3}"/>
              </a:ext>
            </a:extLst>
          </p:cNvPr>
          <p:cNvSpPr txBox="1"/>
          <p:nvPr/>
        </p:nvSpPr>
        <p:spPr>
          <a:xfrm>
            <a:off x="9014468" y="319816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DBCE76B6-4D18-835C-C24A-DF1E79C1CF76}"/>
              </a:ext>
            </a:extLst>
          </p:cNvPr>
          <p:cNvCxnSpPr>
            <a:cxnSpLocks/>
          </p:cNvCxnSpPr>
          <p:nvPr/>
        </p:nvCxnSpPr>
        <p:spPr>
          <a:xfrm>
            <a:off x="9431921" y="3928834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4DF51EAB-8861-0396-BAA6-9479806818EB}"/>
              </a:ext>
            </a:extLst>
          </p:cNvPr>
          <p:cNvSpPr txBox="1"/>
          <p:nvPr/>
        </p:nvSpPr>
        <p:spPr>
          <a:xfrm>
            <a:off x="9063374" y="3733304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2F76C24-B5A2-EF6E-0213-72D63A9FAEFB}"/>
              </a:ext>
            </a:extLst>
          </p:cNvPr>
          <p:cNvSpPr/>
          <p:nvPr/>
        </p:nvSpPr>
        <p:spPr>
          <a:xfrm>
            <a:off x="9027891" y="3504913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FBAC4502-2B1D-5218-C2D9-AB667D10F3CF}"/>
              </a:ext>
            </a:extLst>
          </p:cNvPr>
          <p:cNvCxnSpPr>
            <a:cxnSpLocks/>
          </p:cNvCxnSpPr>
          <p:nvPr/>
        </p:nvCxnSpPr>
        <p:spPr>
          <a:xfrm>
            <a:off x="9601800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4F79E217-E351-6707-29A8-684823FCD841}"/>
              </a:ext>
            </a:extLst>
          </p:cNvPr>
          <p:cNvCxnSpPr>
            <a:cxnSpLocks/>
          </p:cNvCxnSpPr>
          <p:nvPr/>
        </p:nvCxnSpPr>
        <p:spPr>
          <a:xfrm flipV="1">
            <a:off x="10822834" y="3193477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88E60B1A-8F9F-F801-EE6D-5051B5DDD7FD}"/>
              </a:ext>
            </a:extLst>
          </p:cNvPr>
          <p:cNvCxnSpPr>
            <a:cxnSpLocks/>
          </p:cNvCxnSpPr>
          <p:nvPr/>
        </p:nvCxnSpPr>
        <p:spPr>
          <a:xfrm flipH="1">
            <a:off x="10772078" y="3608496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3C357C1-6CA0-FE49-1679-B84ECC79460C}"/>
              </a:ext>
            </a:extLst>
          </p:cNvPr>
          <p:cNvSpPr txBox="1"/>
          <p:nvPr/>
        </p:nvSpPr>
        <p:spPr>
          <a:xfrm>
            <a:off x="9370905" y="318437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3FF150-8370-FB86-5E5C-59855FA6B568}"/>
              </a:ext>
            </a:extLst>
          </p:cNvPr>
          <p:cNvCxnSpPr/>
          <p:nvPr/>
        </p:nvCxnSpPr>
        <p:spPr>
          <a:xfrm flipV="1">
            <a:off x="8718196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ab80a06-f029-45c0-84d1-7dad19ce3c61}" enabled="0" method="" siteId="{7ab80a06-f029-45c0-84d1-7dad19ce3c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121</Words>
  <Application>Microsoft Office PowerPoint</Application>
  <PresentationFormat>Widescreen</PresentationFormat>
  <Paragraphs>70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10</cp:revision>
  <cp:lastPrinted>2025-06-30T21:01:03Z</cp:lastPrinted>
  <dcterms:created xsi:type="dcterms:W3CDTF">2025-06-30T15:01:42Z</dcterms:created>
  <dcterms:modified xsi:type="dcterms:W3CDTF">2026-03-10T17:14:39Z</dcterms:modified>
</cp:coreProperties>
</file>