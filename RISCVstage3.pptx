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1FCC7-50D8-4515-B9C3-EEEC3DB5664C}" v="7" dt="2026-04-07T21:43:30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3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4-07T21:43:57.765" v="118" actId="20577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4-07T21:43:57.765" v="118" actId="20577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10T17:10:31.494" v="11" actId="1076"/>
          <ac:spMkLst>
            <pc:docMk/>
            <pc:sldMk cId="1501170907" sldId="256"/>
            <ac:spMk id="17" creationId="{F3C357C1-6CA0-FE49-1679-B84ECC79460C}"/>
          </ac:spMkLst>
        </pc:spChg>
        <pc:spChg chg="mod">
          <ac:chgData name="York, George W CIV USAF USAFA DF/DFEC" userId="1fb5875a-4594-4db2-80fb-f0db3de11280" providerId="ADAL" clId="{09330963-85FD-4C99-A81B-94D0EE5CFFEB}" dt="2026-04-07T21:17:34.236" v="18" actId="14100"/>
          <ac:spMkLst>
            <pc:docMk/>
            <pc:sldMk cId="1501170907" sldId="256"/>
            <ac:spMk id="23" creationId="{A8009FE0-7787-A3EB-6282-7D22C75D2C48}"/>
          </ac:spMkLst>
        </pc:spChg>
        <pc:spChg chg="add mod">
          <ac:chgData name="York, George W CIV USAF USAFA DF/DFEC" userId="1fb5875a-4594-4db2-80fb-f0db3de11280" providerId="ADAL" clId="{09330963-85FD-4C99-A81B-94D0EE5CFFEB}" dt="2026-04-07T21:24:36.037" v="49" actId="1076"/>
          <ac:spMkLst>
            <pc:docMk/>
            <pc:sldMk cId="1501170907" sldId="256"/>
            <ac:spMk id="59" creationId="{186A631B-F190-7086-D3E4-E64D63EF623D}"/>
          </ac:spMkLst>
        </pc:spChg>
        <pc:spChg chg="add del mod">
          <ac:chgData name="York, George W CIV USAF USAFA DF/DFEC" userId="1fb5875a-4594-4db2-80fb-f0db3de11280" providerId="ADAL" clId="{09330963-85FD-4C99-A81B-94D0EE5CFFEB}" dt="2026-04-07T21:24:56.863" v="50" actId="478"/>
          <ac:spMkLst>
            <pc:docMk/>
            <pc:sldMk cId="1501170907" sldId="256"/>
            <ac:spMk id="66" creationId="{D3B8DB5F-1693-7C15-AAE5-35655C0E7637}"/>
          </ac:spMkLst>
        </pc:spChg>
        <pc:spChg chg="add mod">
          <ac:chgData name="York, George W CIV USAF USAFA DF/DFEC" userId="1fb5875a-4594-4db2-80fb-f0db3de11280" providerId="ADAL" clId="{09330963-85FD-4C99-A81B-94D0EE5CFFEB}" dt="2026-04-07T21:41:27.757" v="59" actId="1076"/>
          <ac:spMkLst>
            <pc:docMk/>
            <pc:sldMk cId="1501170907" sldId="256"/>
            <ac:spMk id="67" creationId="{2A1D9753-7066-13C9-A737-FE724AE089F0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17.969" v="69" actId="1076"/>
          <ac:spMkLst>
            <pc:docMk/>
            <pc:sldMk cId="1501170907" sldId="256"/>
            <ac:spMk id="68" creationId="{0182E3FA-2050-1E0B-90D7-8E7982835657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02.423" v="66" actId="20577"/>
          <ac:spMkLst>
            <pc:docMk/>
            <pc:sldMk cId="1501170907" sldId="256"/>
            <ac:spMk id="84" creationId="{465A98EB-4880-884F-D153-0515CE8BDEB2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43.586" v="74" actId="20577"/>
          <ac:spMkLst>
            <pc:docMk/>
            <pc:sldMk cId="1501170907" sldId="256"/>
            <ac:spMk id="86" creationId="{33E037D7-FFD6-1A3F-9638-8C8F09EEE8FF}"/>
          </ac:spMkLst>
        </pc:spChg>
        <pc:spChg chg="add mod">
          <ac:chgData name="York, George W CIV USAF USAFA DF/DFEC" userId="1fb5875a-4594-4db2-80fb-f0db3de11280" providerId="ADAL" clId="{09330963-85FD-4C99-A81B-94D0EE5CFFEB}" dt="2026-04-07T21:43:20.962" v="87" actId="1076"/>
          <ac:spMkLst>
            <pc:docMk/>
            <pc:sldMk cId="1501170907" sldId="256"/>
            <ac:spMk id="88" creationId="{3444F36D-44DB-30F1-9A93-0662301A031E}"/>
          </ac:spMkLst>
        </pc:spChg>
        <pc:spChg chg="add mod">
          <ac:chgData name="York, George W CIV USAF USAFA DF/DFEC" userId="1fb5875a-4594-4db2-80fb-f0db3de11280" providerId="ADAL" clId="{09330963-85FD-4C99-A81B-94D0EE5CFFEB}" dt="2026-04-07T21:43:57.765" v="118" actId="20577"/>
          <ac:spMkLst>
            <pc:docMk/>
            <pc:sldMk cId="1501170907" sldId="256"/>
            <ac:spMk id="92" creationId="{17776570-4E75-3096-0631-C034786BC80E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6" creationId="{802EBAD3-1207-E175-F4E6-F1CAAFD5CB84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7" creationId="{B1546BBC-B812-DED8-4B26-9FABE47BC3AA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9" creationId="{A81CABDD-6671-8136-C507-5421CBF47C22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10" creationId="{F182B11B-81F0-C7FD-76B3-7C27A04FAE43}"/>
          </ac:spMkLst>
        </pc:spChg>
        <pc:spChg chg="mod">
          <ac:chgData name="York, George W CIV USAF USAFA DF/DFEC" userId="1fb5875a-4594-4db2-80fb-f0db3de11280" providerId="ADAL" clId="{09330963-85FD-4C99-A81B-94D0EE5CFFEB}" dt="2026-04-07T21:20:41.767" v="43" actId="1076"/>
          <ac:spMkLst>
            <pc:docMk/>
            <pc:sldMk cId="1501170907" sldId="256"/>
            <ac:spMk id="127" creationId="{E8F9A210-9B95-3371-FB33-95617722EA31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0" creationId="{42D03EFD-C681-4EA9-84D6-2D58957476C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1" creationId="{130DB228-30F1-3EAB-8348-ADF6B84F522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3" creationId="{28B52DA0-5124-B1DD-6399-E77E9F27E33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4" creationId="{A1848007-5C57-2514-E0D9-E9FAA0E1581E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6" creationId="{8EE68CD5-3828-66D3-CF69-264F08A0AC0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74" creationId="{7519AAD8-ECD9-BCFB-E19F-03D8220E44C3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6" creationId="{4DF51EAB-8861-0396-BAA6-9479806818EB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7" creationId="{02F76C24-B5A2-EF6E-0213-72D63A9FAEFB}"/>
          </ac:spMkLst>
        </pc:s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31" creationId="{7985B0F1-5D5A-96E1-0D14-965720B89EB9}"/>
          </ac:grpSpMkLst>
        </pc:gr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44" creationId="{668D9262-FD4F-8437-B65A-FF28CF8998C5}"/>
          </ac:grpSpMkLst>
        </pc:grpChg>
        <pc:cxnChg chg="add mod">
          <ac:chgData name="York, George W CIV USAF USAFA DF/DFEC" userId="1fb5875a-4594-4db2-80fb-f0db3de11280" providerId="ADAL" clId="{09330963-85FD-4C99-A81B-94D0EE5CFFEB}" dt="2026-03-10T17:14:37.305" v="17" actId="1076"/>
          <ac:cxnSpMkLst>
            <pc:docMk/>
            <pc:sldMk cId="1501170907" sldId="256"/>
            <ac:cxnSpMk id="26" creationId="{F93FF150-8370-FB86-5E5C-59855FA6B568}"/>
          </ac:cxnSpMkLst>
        </pc:cxnChg>
        <pc:cxnChg chg="mod">
          <ac:chgData name="York, George W CIV USAF USAFA DF/DFEC" userId="1fb5875a-4594-4db2-80fb-f0db3de11280" providerId="ADAL" clId="{09330963-85FD-4C99-A81B-94D0EE5CFFEB}" dt="2026-03-10T17:14:16.193" v="13" actId="1076"/>
          <ac:cxnSpMkLst>
            <pc:docMk/>
            <pc:sldMk cId="1501170907" sldId="256"/>
            <ac:cxnSpMk id="38" creationId="{4D9B3B66-045C-4BC7-2F4D-857D0D686CD3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20:52.576" v="45" actId="1076"/>
          <ac:cxnSpMkLst>
            <pc:docMk/>
            <pc:sldMk cId="1501170907" sldId="256"/>
            <ac:cxnSpMk id="58" creationId="{FC5A1AC6-CF53-3493-56F7-589C74FEA80A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24:57.993" v="51" actId="478"/>
          <ac:cxnSpMkLst>
            <pc:docMk/>
            <pc:sldMk cId="1501170907" sldId="256"/>
            <ac:cxnSpMk id="61" creationId="{160F255A-AA1C-9C42-A50B-995EFED2120D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41:27.757" v="59" actId="1076"/>
          <ac:cxnSpMkLst>
            <pc:docMk/>
            <pc:sldMk cId="1501170907" sldId="256"/>
            <ac:cxnSpMk id="72" creationId="{4B1579FE-1A01-8122-525C-1BF52DFA00E3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42:21.595" v="70" actId="478"/>
          <ac:cxnSpMkLst>
            <pc:docMk/>
            <pc:sldMk cId="1501170907" sldId="256"/>
            <ac:cxnSpMk id="75" creationId="{F3F07CC7-3576-96D0-5E9D-2FA4D6604664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42:23.514" v="71" actId="478"/>
          <ac:cxnSpMkLst>
            <pc:docMk/>
            <pc:sldMk cId="1501170907" sldId="256"/>
            <ac:cxnSpMk id="76" creationId="{E1F4FD1C-64DA-F8D6-BE06-BB885DCFC055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41:45.405" v="62" actId="14100"/>
          <ac:cxnSpMkLst>
            <pc:docMk/>
            <pc:sldMk cId="1501170907" sldId="256"/>
            <ac:cxnSpMk id="77" creationId="{947FAF0E-6260-E911-7037-28D14C3C707B}"/>
          </ac:cxnSpMkLst>
        </pc:cxnChg>
        <pc:cxnChg chg="mod">
          <ac:chgData name="York, George W CIV USAF USAFA DF/DFEC" userId="1fb5875a-4594-4db2-80fb-f0db3de11280" providerId="ADAL" clId="{09330963-85FD-4C99-A81B-94D0EE5CFFEB}" dt="2026-04-07T21:18:37.994" v="24" actId="14100"/>
          <ac:cxnSpMkLst>
            <pc:docMk/>
            <pc:sldMk cId="1501170907" sldId="256"/>
            <ac:cxnSpMk id="108" creationId="{55D04E53-F0F2-CC32-832F-AD990A0BD8D2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27.308" v="41" actId="208"/>
          <ac:cxnSpMkLst>
            <pc:docMk/>
            <pc:sldMk cId="1501170907" sldId="256"/>
            <ac:cxnSpMk id="118" creationId="{3FFE2C33-996E-7ADF-F9EF-9E2CF7B04F43}"/>
          </ac:cxnSpMkLst>
        </pc:cxnChg>
        <pc:cxnChg chg="mod">
          <ac:chgData name="York, George W CIV USAF USAFA DF/DFEC" userId="1fb5875a-4594-4db2-80fb-f0db3de11280" providerId="ADAL" clId="{09330963-85FD-4C99-A81B-94D0EE5CFFEB}" dt="2026-04-07T21:41:31.559" v="60" actId="1076"/>
          <ac:cxnSpMkLst>
            <pc:docMk/>
            <pc:sldMk cId="1501170907" sldId="256"/>
            <ac:cxnSpMk id="119" creationId="{E7E3730A-42E6-0433-39FD-2ACC0255676D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20:21.699" v="40" actId="208"/>
          <ac:cxnSpMkLst>
            <pc:docMk/>
            <pc:sldMk cId="1501170907" sldId="256"/>
            <ac:cxnSpMk id="120" creationId="{1883FA79-CBE1-81F9-475F-742DC442633A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09.242" v="38" actId="208"/>
          <ac:cxnSpMkLst>
            <pc:docMk/>
            <pc:sldMk cId="1501170907" sldId="256"/>
            <ac:cxnSpMk id="121" creationId="{D53ADBF7-10DC-5789-46E9-813992762F1C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15.198" v="39" actId="208"/>
          <ac:cxnSpMkLst>
            <pc:docMk/>
            <pc:sldMk cId="1501170907" sldId="256"/>
            <ac:cxnSpMk id="122" creationId="{47FF72DD-5839-7297-77B0-F5EC466118C5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03.539" v="37" actId="208"/>
          <ac:cxnSpMkLst>
            <pc:docMk/>
            <pc:sldMk cId="1501170907" sldId="256"/>
            <ac:cxnSpMk id="123" creationId="{61CB085F-EFA5-81F0-171A-B0F01423DFC7}"/>
          </ac:cxnSpMkLst>
        </pc:cxnChg>
        <pc:cxnChg chg="mod">
          <ac:chgData name="York, George W CIV USAF USAFA DF/DFEC" userId="1fb5875a-4594-4db2-80fb-f0db3de11280" providerId="ADAL" clId="{09330963-85FD-4C99-A81B-94D0EE5CFFEB}" dt="2026-04-07T21:19:57.574" v="36" actId="208"/>
          <ac:cxnSpMkLst>
            <pc:docMk/>
            <pc:sldMk cId="1501170907" sldId="256"/>
            <ac:cxnSpMk id="124" creationId="{A7AA200C-FCA9-EE26-397A-A699E5A6646F}"/>
          </ac:cxnSpMkLst>
        </pc:cxnChg>
        <pc:cxnChg chg="mod">
          <ac:chgData name="York, George W CIV USAF USAFA DF/DFEC" userId="1fb5875a-4594-4db2-80fb-f0db3de11280" providerId="ADAL" clId="{09330963-85FD-4C99-A81B-94D0EE5CFFEB}" dt="2026-04-07T21:18:37.994" v="24" actId="14100"/>
          <ac:cxnSpMkLst>
            <pc:docMk/>
            <pc:sldMk cId="1501170907" sldId="256"/>
            <ac:cxnSpMk id="125" creationId="{EC42D385-1455-5F7D-5DE9-63C32D5B7E54}"/>
          </ac:cxnSpMkLst>
        </pc:cxnChg>
        <pc:cxnChg chg="mod">
          <ac:chgData name="York, George W CIV USAF USAFA DF/DFEC" userId="1fb5875a-4594-4db2-80fb-f0db3de11280" providerId="ADAL" clId="{09330963-85FD-4C99-A81B-94D0EE5CFFEB}" dt="2026-04-07T21:41:35.047" v="61" actId="14100"/>
          <ac:cxnSpMkLst>
            <pc:docMk/>
            <pc:sldMk cId="1501170907" sldId="256"/>
            <ac:cxnSpMk id="128" creationId="{2FF7584B-44F4-AC4F-1A2B-A5EEAC3183AF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89" creationId="{4F79E217-E351-6707-29A8-684823FCD841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90" creationId="{88E60B1A-8F9F-F801-EE6D-5051B5DDD7F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3.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5" y="983375"/>
            <a:ext cx="125873" cy="34388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3209831" y="3367023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2EBAD3-1207-E175-F4E6-F1CAAFD5CB84}"/>
              </a:ext>
            </a:extLst>
          </p:cNvPr>
          <p:cNvSpPr/>
          <p:nvPr/>
        </p:nvSpPr>
        <p:spPr>
          <a:xfrm>
            <a:off x="4081802" y="4715527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1546BBC-B812-DED8-4B26-9FABE47BC3AA}"/>
              </a:ext>
            </a:extLst>
          </p:cNvPr>
          <p:cNvSpPr txBox="1"/>
          <p:nvPr/>
        </p:nvSpPr>
        <p:spPr>
          <a:xfrm>
            <a:off x="4140710" y="4753981"/>
            <a:ext cx="5741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D04E53-F0F2-CC32-832F-AD990A0BD8D2}"/>
              </a:ext>
            </a:extLst>
          </p:cNvPr>
          <p:cNvCxnSpPr>
            <a:cxnSpLocks/>
          </p:cNvCxnSpPr>
          <p:nvPr/>
        </p:nvCxnSpPr>
        <p:spPr>
          <a:xfrm>
            <a:off x="3851929" y="485274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81CABDD-6671-8136-C507-5421CBF47C22}"/>
              </a:ext>
            </a:extLst>
          </p:cNvPr>
          <p:cNvSpPr/>
          <p:nvPr/>
        </p:nvSpPr>
        <p:spPr>
          <a:xfrm>
            <a:off x="3173140" y="4715741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82B11B-81F0-C7FD-76B3-7C27A04FAE43}"/>
              </a:ext>
            </a:extLst>
          </p:cNvPr>
          <p:cNvSpPr txBox="1"/>
          <p:nvPr/>
        </p:nvSpPr>
        <p:spPr>
          <a:xfrm>
            <a:off x="3138486" y="4735628"/>
            <a:ext cx="72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FFE2C33-996E-7ADF-F9EF-9E2CF7B04F43}"/>
              </a:ext>
            </a:extLst>
          </p:cNvPr>
          <p:cNvCxnSpPr>
            <a:cxnSpLocks/>
          </p:cNvCxnSpPr>
          <p:nvPr/>
        </p:nvCxnSpPr>
        <p:spPr>
          <a:xfrm>
            <a:off x="2542784" y="5071925"/>
            <a:ext cx="63099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7E3730A-42E6-0433-39FD-2ACC0255676D}"/>
              </a:ext>
            </a:extLst>
          </p:cNvPr>
          <p:cNvCxnSpPr>
            <a:cxnSpLocks/>
          </p:cNvCxnSpPr>
          <p:nvPr/>
        </p:nvCxnSpPr>
        <p:spPr>
          <a:xfrm flipH="1">
            <a:off x="3862656" y="5059827"/>
            <a:ext cx="2056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3ADBF7-10DC-5789-46E9-813992762F1C}"/>
              </a:ext>
            </a:extLst>
          </p:cNvPr>
          <p:cNvCxnSpPr>
            <a:cxnSpLocks/>
          </p:cNvCxnSpPr>
          <p:nvPr/>
        </p:nvCxnSpPr>
        <p:spPr>
          <a:xfrm>
            <a:off x="2967078" y="4855032"/>
            <a:ext cx="2117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1CB085F-EFA5-81F0-171A-B0F01423DFC7}"/>
              </a:ext>
            </a:extLst>
          </p:cNvPr>
          <p:cNvCxnSpPr>
            <a:cxnSpLocks/>
          </p:cNvCxnSpPr>
          <p:nvPr/>
        </p:nvCxnSpPr>
        <p:spPr>
          <a:xfrm>
            <a:off x="2958318" y="4393497"/>
            <a:ext cx="0" cy="47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7AA200C-FCA9-EE26-397A-A699E5A6646F}"/>
              </a:ext>
            </a:extLst>
          </p:cNvPr>
          <p:cNvCxnSpPr>
            <a:cxnSpLocks/>
          </p:cNvCxnSpPr>
          <p:nvPr/>
        </p:nvCxnSpPr>
        <p:spPr>
          <a:xfrm>
            <a:off x="2581684" y="4384148"/>
            <a:ext cx="3839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C42D385-1455-5F7D-5DE9-63C32D5B7E54}"/>
              </a:ext>
            </a:extLst>
          </p:cNvPr>
          <p:cNvCxnSpPr>
            <a:cxnSpLocks/>
          </p:cNvCxnSpPr>
          <p:nvPr/>
        </p:nvCxnSpPr>
        <p:spPr>
          <a:xfrm flipV="1">
            <a:off x="3946595" y="4624380"/>
            <a:ext cx="0" cy="225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FF7584B-44F4-AC4F-1A2B-A5EEAC3183AF}"/>
              </a:ext>
            </a:extLst>
          </p:cNvPr>
          <p:cNvCxnSpPr>
            <a:cxnSpLocks/>
          </p:cNvCxnSpPr>
          <p:nvPr/>
        </p:nvCxnSpPr>
        <p:spPr>
          <a:xfrm>
            <a:off x="3994657" y="5074508"/>
            <a:ext cx="0" cy="40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85B0F1-5D5A-96E1-0D14-965720B89EB9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15F5EDE-17BE-0E3E-4DDD-864B147D406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C388BCB-D579-EC08-5CBF-2CC85FB74523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E401010-BF44-D516-E855-B8E547F96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7768323-F4FD-A2FE-5BEF-EF5EE07797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791C07A-D6C6-EEE2-DD1A-AAFBD13E03BD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4331E89-6C0B-1C5D-9642-5E0D0D9791DF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2D03EFD-C681-4EA9-84D6-2D58957476C9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30DB228-30F1-3EAB-8348-ADF6B84F5227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C8DC418-30F2-2E6B-79EB-C50A8BC90A03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8B52DA0-5124-B1DD-6399-E77E9F27E337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68D9262-FD4F-8437-B65A-FF28CF8998C5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EF94313-2CD9-F730-2951-3C043984003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FE960F4-1D95-AE3E-FD52-BB27EEA05698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DD4560C-B14D-1712-6B66-8BA78DA65DB6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6244964-CE6E-4181-63B0-7D164FD80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92832FC-E56A-5B11-0E7E-1F6ADE6DE9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C24C015-6A2B-58F9-2636-B99F0EF08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613CFF8-5964-53FA-3F4B-1524F218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6C1A2E8-6BD1-A1B8-EC64-95288FD839B1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7BA2245-CE26-F7B3-650C-1F9D9C02DE77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1848007-5C57-2514-E0D9-E9FAA0E1581E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7DF8482-C9C8-E044-1756-D3B042D2D7ED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EE68CD5-3828-66D3-CF69-264F08A0AC09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E23F81E-1E87-DE9B-046A-751F5B2EF337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3FC0B57-60E9-D03D-A66F-04619217984F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F47AAA6-0318-D08A-6320-0A794954F811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FFDF2F4-DDDE-FB8D-64B3-74C68824CD4E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30710D1B-628F-D0C5-C3B8-4E1DB5DB1822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0735576-FA99-1226-FAE2-8A66AEE21921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7519AAD8-ECD9-BCFB-E19F-03D8220E44C3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DBCE76B6-4D18-835C-C24A-DF1E79C1CF76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4DF51EAB-8861-0396-BAA6-9479806818EB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2F76C24-B5A2-EF6E-0213-72D63A9FAEFB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BAC4502-2B1D-5218-C2D9-AB667D10F3CF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F79E217-E351-6707-29A8-684823FCD841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88E60B1A-8F9F-F801-EE6D-5051B5DDD7FD}"/>
              </a:ext>
            </a:extLst>
          </p:cNvPr>
          <p:cNvCxnSpPr>
            <a:cxnSpLocks/>
          </p:cNvCxnSpPr>
          <p:nvPr/>
        </p:nvCxnSpPr>
        <p:spPr>
          <a:xfrm flipH="1">
            <a:off x="10772078" y="3608496"/>
            <a:ext cx="107051" cy="691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C357C1-6CA0-FE49-1679-B84ECC79460C}"/>
              </a:ext>
            </a:extLst>
          </p:cNvPr>
          <p:cNvSpPr txBox="1"/>
          <p:nvPr/>
        </p:nvSpPr>
        <p:spPr>
          <a:xfrm>
            <a:off x="9370905" y="318437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3FF150-8370-FB86-5E5C-59855FA6B568}"/>
              </a:ext>
            </a:extLst>
          </p:cNvPr>
          <p:cNvCxnSpPr/>
          <p:nvPr/>
        </p:nvCxnSpPr>
        <p:spPr>
          <a:xfrm flipV="1">
            <a:off x="8718196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5A1AC6-CF53-3493-56F7-589C74FEA80A}"/>
              </a:ext>
            </a:extLst>
          </p:cNvPr>
          <p:cNvCxnSpPr/>
          <p:nvPr/>
        </p:nvCxnSpPr>
        <p:spPr>
          <a:xfrm flipH="1">
            <a:off x="2774640" y="4319783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86A631B-F190-7086-D3E4-E64D63EF623D}"/>
              </a:ext>
            </a:extLst>
          </p:cNvPr>
          <p:cNvSpPr txBox="1"/>
          <p:nvPr/>
        </p:nvSpPr>
        <p:spPr>
          <a:xfrm>
            <a:off x="2656442" y="421521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1D9753-7066-13C9-A737-FE724AE089F0}"/>
              </a:ext>
            </a:extLst>
          </p:cNvPr>
          <p:cNvSpPr/>
          <p:nvPr/>
        </p:nvSpPr>
        <p:spPr>
          <a:xfrm>
            <a:off x="3849692" y="5487290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82E3FA-2050-1E0B-90D7-8E7982835657}"/>
              </a:ext>
            </a:extLst>
          </p:cNvPr>
          <p:cNvSpPr txBox="1"/>
          <p:nvPr/>
        </p:nvSpPr>
        <p:spPr>
          <a:xfrm>
            <a:off x="4327311" y="5584796"/>
            <a:ext cx="194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&gt;</a:t>
            </a:r>
            <a:endParaRPr lang="en-US" sz="9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1579FE-1A01-8122-525C-1BF52DFA00E3}"/>
              </a:ext>
            </a:extLst>
          </p:cNvPr>
          <p:cNvCxnSpPr>
            <a:cxnSpLocks/>
          </p:cNvCxnSpPr>
          <p:nvPr/>
        </p:nvCxnSpPr>
        <p:spPr>
          <a:xfrm>
            <a:off x="4518382" y="571761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47FAF0E-6260-E911-7037-28D14C3C707B}"/>
              </a:ext>
            </a:extLst>
          </p:cNvPr>
          <p:cNvCxnSpPr>
            <a:cxnSpLocks/>
          </p:cNvCxnSpPr>
          <p:nvPr/>
        </p:nvCxnSpPr>
        <p:spPr>
          <a:xfrm>
            <a:off x="4388470" y="5377092"/>
            <a:ext cx="0" cy="100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65A98EB-4880-884F-D153-0515CE8BDEB2}"/>
              </a:ext>
            </a:extLst>
          </p:cNvPr>
          <p:cNvSpPr txBox="1"/>
          <p:nvPr/>
        </p:nvSpPr>
        <p:spPr>
          <a:xfrm>
            <a:off x="4265205" y="518142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E037D7-FFD6-1A3F-9638-8C8F09EEE8FF}"/>
              </a:ext>
            </a:extLst>
          </p:cNvPr>
          <p:cNvSpPr txBox="1"/>
          <p:nvPr/>
        </p:nvSpPr>
        <p:spPr>
          <a:xfrm>
            <a:off x="4624446" y="5604159"/>
            <a:ext cx="5741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44F36D-44DB-30F1-9A93-0662301A031E}"/>
              </a:ext>
            </a:extLst>
          </p:cNvPr>
          <p:cNvSpPr txBox="1"/>
          <p:nvPr/>
        </p:nvSpPr>
        <p:spPr>
          <a:xfrm>
            <a:off x="3230284" y="5189712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stall_count</a:t>
            </a:r>
            <a:endParaRPr 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7776570-4E75-3096-0631-C034786BC80E}"/>
              </a:ext>
            </a:extLst>
          </p:cNvPr>
          <p:cNvSpPr txBox="1"/>
          <p:nvPr/>
        </p:nvSpPr>
        <p:spPr>
          <a:xfrm>
            <a:off x="4564171" y="4257502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/>
              <a:t>start_stall</a:t>
            </a:r>
            <a:endParaRPr lang="en-US" sz="8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DEBC10E-9841-0666-0DEB-CBBBF19FCA56}"/>
              </a:ext>
            </a:extLst>
          </p:cNvPr>
          <p:cNvCxnSpPr/>
          <p:nvPr/>
        </p:nvCxnSpPr>
        <p:spPr>
          <a:xfrm>
            <a:off x="2084371" y="4519030"/>
            <a:ext cx="55628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6A2EDF6-F579-8ACE-F881-417A3BCA7C6B}"/>
              </a:ext>
            </a:extLst>
          </p:cNvPr>
          <p:cNvCxnSpPr>
            <a:cxnSpLocks/>
          </p:cNvCxnSpPr>
          <p:nvPr/>
        </p:nvCxnSpPr>
        <p:spPr>
          <a:xfrm>
            <a:off x="7640877" y="4519030"/>
            <a:ext cx="0" cy="9881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4812F22-65FD-E898-B7E1-F32778A4B9B9}"/>
              </a:ext>
            </a:extLst>
          </p:cNvPr>
          <p:cNvCxnSpPr>
            <a:cxnSpLocks/>
          </p:cNvCxnSpPr>
          <p:nvPr/>
        </p:nvCxnSpPr>
        <p:spPr>
          <a:xfrm>
            <a:off x="7640877" y="5507177"/>
            <a:ext cx="31878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0E3AD78-8FA6-BA82-208E-18D9E5A06716}"/>
              </a:ext>
            </a:extLst>
          </p:cNvPr>
          <p:cNvCxnSpPr>
            <a:cxnSpLocks/>
          </p:cNvCxnSpPr>
          <p:nvPr/>
        </p:nvCxnSpPr>
        <p:spPr>
          <a:xfrm>
            <a:off x="10824576" y="3775519"/>
            <a:ext cx="0" cy="1731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39AFB14F-6112-67C7-1D8A-BA7417B161A0}"/>
              </a:ext>
            </a:extLst>
          </p:cNvPr>
          <p:cNvCxnSpPr>
            <a:cxnSpLocks/>
          </p:cNvCxnSpPr>
          <p:nvPr/>
        </p:nvCxnSpPr>
        <p:spPr>
          <a:xfrm>
            <a:off x="3948435" y="4446046"/>
            <a:ext cx="0" cy="1918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96E7587-9BB0-4919-4830-3FF2A7DA3556}"/>
              </a:ext>
            </a:extLst>
          </p:cNvPr>
          <p:cNvCxnSpPr>
            <a:cxnSpLocks/>
          </p:cNvCxnSpPr>
          <p:nvPr/>
        </p:nvCxnSpPr>
        <p:spPr>
          <a:xfrm flipV="1">
            <a:off x="3951361" y="4446046"/>
            <a:ext cx="1365938" cy="82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AB18E49B-982E-20D1-A811-A6F628F2DEB6}"/>
              </a:ext>
            </a:extLst>
          </p:cNvPr>
          <p:cNvCxnSpPr>
            <a:cxnSpLocks/>
          </p:cNvCxnSpPr>
          <p:nvPr/>
        </p:nvCxnSpPr>
        <p:spPr>
          <a:xfrm>
            <a:off x="3212956" y="3367023"/>
            <a:ext cx="0" cy="11520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4F768F4-B4A7-9F0B-E1C3-9411DF904D4D}"/>
              </a:ext>
            </a:extLst>
          </p:cNvPr>
          <p:cNvCxnSpPr>
            <a:cxnSpLocks/>
          </p:cNvCxnSpPr>
          <p:nvPr/>
        </p:nvCxnSpPr>
        <p:spPr>
          <a:xfrm>
            <a:off x="5804838" y="3431793"/>
            <a:ext cx="0" cy="10872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CE103A7F-F46B-8955-2C78-F9C376A22906}"/>
              </a:ext>
            </a:extLst>
          </p:cNvPr>
          <p:cNvCxnSpPr>
            <a:cxnSpLocks/>
          </p:cNvCxnSpPr>
          <p:nvPr/>
        </p:nvCxnSpPr>
        <p:spPr>
          <a:xfrm>
            <a:off x="2289932" y="5377092"/>
            <a:ext cx="5468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D7450B-0D9F-C2DA-3D4E-C052ACA0CE19}"/>
              </a:ext>
            </a:extLst>
          </p:cNvPr>
          <p:cNvCxnSpPr>
            <a:cxnSpLocks/>
          </p:cNvCxnSpPr>
          <p:nvPr/>
        </p:nvCxnSpPr>
        <p:spPr>
          <a:xfrm>
            <a:off x="2836819" y="5377092"/>
            <a:ext cx="0" cy="9422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11CB3A-5EA0-6FB3-830A-20E3BC7C4A18}"/>
              </a:ext>
            </a:extLst>
          </p:cNvPr>
          <p:cNvCxnSpPr>
            <a:cxnSpLocks/>
          </p:cNvCxnSpPr>
          <p:nvPr/>
        </p:nvCxnSpPr>
        <p:spPr>
          <a:xfrm>
            <a:off x="2836819" y="6312340"/>
            <a:ext cx="23480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860DA0-FA5D-FD00-900B-52241595AF14}"/>
              </a:ext>
            </a:extLst>
          </p:cNvPr>
          <p:cNvCxnSpPr>
            <a:cxnSpLocks/>
          </p:cNvCxnSpPr>
          <p:nvPr/>
        </p:nvCxnSpPr>
        <p:spPr>
          <a:xfrm>
            <a:off x="5184838" y="5377092"/>
            <a:ext cx="0" cy="9422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01E5D0-BC91-5B1E-1786-F7D003B6FC2E}"/>
              </a:ext>
            </a:extLst>
          </p:cNvPr>
          <p:cNvCxnSpPr>
            <a:cxnSpLocks/>
          </p:cNvCxnSpPr>
          <p:nvPr/>
        </p:nvCxnSpPr>
        <p:spPr>
          <a:xfrm>
            <a:off x="5184838" y="5377092"/>
            <a:ext cx="10827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FA4CD11-6DFC-750A-C7E0-2BE6805685AB}"/>
              </a:ext>
            </a:extLst>
          </p:cNvPr>
          <p:cNvCxnSpPr>
            <a:cxnSpLocks/>
          </p:cNvCxnSpPr>
          <p:nvPr/>
        </p:nvCxnSpPr>
        <p:spPr>
          <a:xfrm>
            <a:off x="6267546" y="3429000"/>
            <a:ext cx="0" cy="19549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C1E5A6DD-03BA-3249-DD31-A5233A9B590D}"/>
              </a:ext>
            </a:extLst>
          </p:cNvPr>
          <p:cNvCxnSpPr>
            <a:cxnSpLocks/>
          </p:cNvCxnSpPr>
          <p:nvPr/>
        </p:nvCxnSpPr>
        <p:spPr>
          <a:xfrm>
            <a:off x="9433629" y="5238062"/>
            <a:ext cx="0" cy="2691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8DC1E7F7-44C8-A5AE-1A91-89D9DD8A1CC6}"/>
              </a:ext>
            </a:extLst>
          </p:cNvPr>
          <p:cNvSpPr txBox="1"/>
          <p:nvPr/>
        </p:nvSpPr>
        <p:spPr>
          <a:xfrm>
            <a:off x="8579542" y="5038538"/>
            <a:ext cx="1131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ex_mem_jump</a:t>
            </a:r>
            <a:endParaRPr lang="en-US" sz="800" dirty="0"/>
          </a:p>
          <a:p>
            <a:r>
              <a:rPr lang="en-US" sz="800" dirty="0" err="1"/>
              <a:t>ex_mem_branch</a:t>
            </a:r>
            <a:endParaRPr lang="en-US" sz="8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6B69CF7-BF1C-C7CB-FB61-0DA857690100}"/>
              </a:ext>
            </a:extLst>
          </p:cNvPr>
          <p:cNvSpPr txBox="1"/>
          <p:nvPr/>
        </p:nvSpPr>
        <p:spPr>
          <a:xfrm rot="5400000">
            <a:off x="5813780" y="3766339"/>
            <a:ext cx="11318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id_ex_alu_op</a:t>
            </a:r>
            <a:endParaRPr lang="en-US" sz="8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032C701-4DDE-B4D0-C493-A91A3379318D}"/>
              </a:ext>
            </a:extLst>
          </p:cNvPr>
          <p:cNvSpPr txBox="1"/>
          <p:nvPr/>
        </p:nvSpPr>
        <p:spPr>
          <a:xfrm rot="5400000">
            <a:off x="5348165" y="4047859"/>
            <a:ext cx="11318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id_ex_alu_src</a:t>
            </a:r>
            <a:endParaRPr lang="en-US" sz="800" dirty="0"/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7F2ABCA0-35ED-EEDE-4ADD-6C31BF4143F0}"/>
              </a:ext>
            </a:extLst>
          </p:cNvPr>
          <p:cNvCxnSpPr>
            <a:cxnSpLocks/>
          </p:cNvCxnSpPr>
          <p:nvPr/>
        </p:nvCxnSpPr>
        <p:spPr>
          <a:xfrm>
            <a:off x="7641234" y="3110482"/>
            <a:ext cx="0" cy="14075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5037A5A3-D2DB-0AA7-6410-AE664CE19722}"/>
              </a:ext>
            </a:extLst>
          </p:cNvPr>
          <p:cNvCxnSpPr>
            <a:cxnSpLocks/>
          </p:cNvCxnSpPr>
          <p:nvPr/>
        </p:nvCxnSpPr>
        <p:spPr>
          <a:xfrm>
            <a:off x="7636702" y="3110482"/>
            <a:ext cx="10876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2C8407A0-4E94-1537-3EC8-9C33C3B2A5FD}"/>
              </a:ext>
            </a:extLst>
          </p:cNvPr>
          <p:cNvCxnSpPr>
            <a:cxnSpLocks/>
          </p:cNvCxnSpPr>
          <p:nvPr/>
        </p:nvCxnSpPr>
        <p:spPr>
          <a:xfrm>
            <a:off x="8719227" y="2602555"/>
            <a:ext cx="0" cy="5079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3102ED13-29C2-4E5B-D31D-307F2716A85D}"/>
              </a:ext>
            </a:extLst>
          </p:cNvPr>
          <p:cNvCxnSpPr>
            <a:cxnSpLocks/>
          </p:cNvCxnSpPr>
          <p:nvPr/>
        </p:nvCxnSpPr>
        <p:spPr>
          <a:xfrm>
            <a:off x="8370586" y="2595341"/>
            <a:ext cx="0" cy="5079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C0760B5-70B1-0847-5670-2D3B4A330442}"/>
              </a:ext>
            </a:extLst>
          </p:cNvPr>
          <p:cNvCxnSpPr>
            <a:cxnSpLocks/>
          </p:cNvCxnSpPr>
          <p:nvPr/>
        </p:nvCxnSpPr>
        <p:spPr>
          <a:xfrm>
            <a:off x="2529402" y="4407834"/>
            <a:ext cx="0" cy="65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B8D8EEDA-0105-8B8D-DB43-ED388541D7DB}"/>
              </a:ext>
            </a:extLst>
          </p:cNvPr>
          <p:cNvSpPr txBox="1"/>
          <p:nvPr/>
        </p:nvSpPr>
        <p:spPr>
          <a:xfrm>
            <a:off x="2266339" y="5057925"/>
            <a:ext cx="86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/>
              <a:t>if_id_instr</a:t>
            </a:r>
            <a:endParaRPr lang="en-US" sz="8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BA222524-EA9B-AD1B-8AA5-1B863462207B}"/>
              </a:ext>
            </a:extLst>
          </p:cNvPr>
          <p:cNvSpPr txBox="1"/>
          <p:nvPr/>
        </p:nvSpPr>
        <p:spPr>
          <a:xfrm rot="5400000">
            <a:off x="10519677" y="4183742"/>
            <a:ext cx="1131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mem_wb_read</a:t>
            </a:r>
            <a:endParaRPr lang="en-US" sz="800" dirty="0"/>
          </a:p>
          <a:p>
            <a:r>
              <a:rPr lang="en-US" sz="800" dirty="0" err="1"/>
              <a:t>mem_wb_load_addr</a:t>
            </a:r>
            <a:endParaRPr lang="en-US" sz="800" dirty="0"/>
          </a:p>
          <a:p>
            <a:r>
              <a:rPr lang="en-US" sz="800" dirty="0" err="1"/>
              <a:t>mem_wb_re_write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180</Words>
  <Application>Microsoft Office PowerPoint</Application>
  <PresentationFormat>Widescreen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Samson, Andres L C1C USAF USAFA CW/CS40</cp:lastModifiedBy>
  <cp:revision>11</cp:revision>
  <cp:lastPrinted>2025-06-30T21:01:03Z</cp:lastPrinted>
  <dcterms:created xsi:type="dcterms:W3CDTF">2025-06-30T15:01:42Z</dcterms:created>
  <dcterms:modified xsi:type="dcterms:W3CDTF">2026-04-28T04:52:57Z</dcterms:modified>
</cp:coreProperties>
</file>